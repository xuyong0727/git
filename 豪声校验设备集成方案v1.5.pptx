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7"/>
  </p:handoutMasterIdLst>
  <p:sldIdLst>
    <p:sldId id="256" r:id="rId3"/>
    <p:sldId id="258" r:id="rId5"/>
    <p:sldId id="257" r:id="rId6"/>
  </p:sldIdLst>
  <p:sldSz cx="12192000" cy="6858000"/>
  <p:notesSz cx="7103745" cy="10234295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4" userDrawn="1">
          <p15:clr>
            <a:srgbClr val="A4A3A4"/>
          </p15:clr>
        </p15:guide>
        <p15:guide id="2" pos="379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86374"/>
  </p:normalViewPr>
  <p:slideViewPr>
    <p:cSldViewPr snapToGrid="0" showGuides="1">
      <p:cViewPr varScale="1">
        <p:scale>
          <a:sx n="127" d="100"/>
          <a:sy n="127" d="100"/>
        </p:scale>
        <p:origin x="1952" y="184"/>
      </p:cViewPr>
      <p:guideLst>
        <p:guide orient="horz" pos="2154"/>
        <p:guide pos="379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handoutMaster" Target="handoutMasters/handoutMaster1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gs" Target="tags/tag9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49" y="469127"/>
            <a:ext cx="10307927" cy="4093347"/>
          </a:xfrm>
        </p:spPr>
        <p:txBody>
          <a:bodyPr anchor="b">
            <a:norm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10307926" cy="64755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slideLayout" Target="../slideLayouts/slideLayout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tags" Target="../tags/tag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tags" Target="../tags/tag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流程图: 联系 2"/>
          <p:cNvSpPr/>
          <p:nvPr/>
        </p:nvSpPr>
        <p:spPr>
          <a:xfrm>
            <a:off x="81280" y="2143125"/>
            <a:ext cx="718820" cy="682625"/>
          </a:xfrm>
          <a:prstGeom prst="flowChartConnector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900"/>
              <a:t>开始</a:t>
            </a:r>
            <a:endParaRPr lang="zh-CN" altLang="en-US" sz="900"/>
          </a:p>
        </p:txBody>
      </p:sp>
      <p:cxnSp>
        <p:nvCxnSpPr>
          <p:cNvPr id="6" name="直接箭头连接符 5"/>
          <p:cNvCxnSpPr/>
          <p:nvPr/>
        </p:nvCxnSpPr>
        <p:spPr>
          <a:xfrm>
            <a:off x="800100" y="2480310"/>
            <a:ext cx="32512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直接箭头连接符 7"/>
          <p:cNvCxnSpPr>
            <a:endCxn id="10" idx="1"/>
          </p:cNvCxnSpPr>
          <p:nvPr/>
        </p:nvCxnSpPr>
        <p:spPr>
          <a:xfrm>
            <a:off x="2312035" y="2436495"/>
            <a:ext cx="52451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流程图: 可选过程 8"/>
          <p:cNvSpPr/>
          <p:nvPr/>
        </p:nvSpPr>
        <p:spPr>
          <a:xfrm>
            <a:off x="1125220" y="2052320"/>
            <a:ext cx="1186180" cy="805180"/>
          </a:xfrm>
          <a:prstGeom prst="flowChartAlternateProcess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900">
                <a:sym typeface="+mn-ea"/>
              </a:rPr>
              <a:t>1</a:t>
            </a:r>
            <a:r>
              <a:rPr lang="zh-CN" altLang="en-US" sz="900">
                <a:sym typeface="+mn-ea"/>
              </a:rPr>
              <a:t>、接收到</a:t>
            </a:r>
            <a:endParaRPr lang="zh-CN" altLang="en-US" sz="900"/>
          </a:p>
          <a:p>
            <a:pPr algn="ctr"/>
            <a:r>
              <a:rPr lang="zh-CN" altLang="en-US" sz="900">
                <a:sym typeface="+mn-ea"/>
              </a:rPr>
              <a:t>扫码枪条码</a:t>
            </a:r>
            <a:endParaRPr lang="zh-CN" altLang="en-US" sz="900"/>
          </a:p>
        </p:txBody>
      </p:sp>
      <p:sp>
        <p:nvSpPr>
          <p:cNvPr id="10" name="流程图: 可选过程 9"/>
          <p:cNvSpPr/>
          <p:nvPr/>
        </p:nvSpPr>
        <p:spPr>
          <a:xfrm>
            <a:off x="2836545" y="2020570"/>
            <a:ext cx="1344295" cy="831215"/>
          </a:xfrm>
          <a:prstGeom prst="flowChartAlternateProcess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900">
                <a:sym typeface="+mn-ea"/>
              </a:rPr>
              <a:t>2</a:t>
            </a:r>
            <a:r>
              <a:rPr lang="zh-CN" altLang="en-US" sz="900">
                <a:sym typeface="+mn-ea"/>
              </a:rPr>
              <a:t>、读</a:t>
            </a:r>
            <a:r>
              <a:rPr lang="en-US" altLang="zh-CN" sz="900">
                <a:sym typeface="+mn-ea"/>
              </a:rPr>
              <a:t>PLC </a:t>
            </a:r>
            <a:r>
              <a:rPr lang="zh-CN" altLang="en-US" sz="900">
                <a:sym typeface="+mn-ea"/>
              </a:rPr>
              <a:t>地址</a:t>
            </a:r>
            <a:r>
              <a:rPr lang="en-US" altLang="zh-CN" sz="900">
                <a:sym typeface="+mn-ea"/>
              </a:rPr>
              <a:t>1</a:t>
            </a:r>
            <a:r>
              <a:rPr lang="zh-CN" altLang="en-US" sz="900">
                <a:sym typeface="+mn-ea"/>
              </a:rPr>
              <a:t>获得该条码对应的穴号、及对应</a:t>
            </a:r>
            <a:r>
              <a:rPr lang="en-US" altLang="zh-CN" sz="900">
                <a:sym typeface="+mn-ea"/>
              </a:rPr>
              <a:t>CCD</a:t>
            </a:r>
            <a:r>
              <a:rPr lang="zh-CN" altLang="en-US" sz="900">
                <a:sym typeface="+mn-ea"/>
              </a:rPr>
              <a:t>状态</a:t>
            </a:r>
            <a:endParaRPr lang="zh-CN" altLang="en-US" sz="900">
              <a:sym typeface="+mn-ea"/>
            </a:endParaRPr>
          </a:p>
        </p:txBody>
      </p:sp>
      <p:sp>
        <p:nvSpPr>
          <p:cNvPr id="15" name="流程图: 可选过程 14"/>
          <p:cNvSpPr/>
          <p:nvPr/>
        </p:nvSpPr>
        <p:spPr>
          <a:xfrm>
            <a:off x="5951855" y="441325"/>
            <a:ext cx="3628390" cy="1058545"/>
          </a:xfrm>
          <a:prstGeom prst="flowChartAlternateProcess">
            <a:avLst/>
          </a:prstGeom>
          <a:ln w="28575" cap="flat" cmpd="sng">
            <a:solidFill>
              <a:schemeClr val="accent1">
                <a:shade val="50000"/>
              </a:schemeClr>
            </a:solidFill>
            <a:prstDash val="sysDot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900">
                <a:sym typeface="+mn-ea"/>
              </a:rPr>
              <a:t>要求：</a:t>
            </a:r>
            <a:endParaRPr lang="zh-CN" altLang="en-US" sz="900">
              <a:sym typeface="+mn-ea"/>
            </a:endParaRPr>
          </a:p>
          <a:p>
            <a:pPr algn="l"/>
            <a:r>
              <a:rPr lang="en-US" altLang="zh-CN" sz="900">
                <a:sym typeface="+mn-ea"/>
              </a:rPr>
              <a:t>1</a:t>
            </a:r>
            <a:r>
              <a:rPr lang="zh-CN" altLang="en-US" sz="900">
                <a:sym typeface="+mn-ea"/>
              </a:rPr>
              <a:t>、</a:t>
            </a:r>
            <a:r>
              <a:rPr lang="en-US" altLang="zh-CN" sz="900">
                <a:sym typeface="+mn-ea"/>
              </a:rPr>
              <a:t>console</a:t>
            </a:r>
            <a:r>
              <a:rPr lang="zh-CN" altLang="en-US" sz="900">
                <a:sym typeface="+mn-ea"/>
              </a:rPr>
              <a:t>界面上</a:t>
            </a:r>
            <a:r>
              <a:rPr lang="zh-CN" altLang="en-US" sz="900">
                <a:sym typeface="+mn-ea"/>
              </a:rPr>
              <a:t>显示码文信息</a:t>
            </a:r>
            <a:endParaRPr lang="zh-CN" altLang="en-US" sz="900">
              <a:sym typeface="+mn-ea"/>
            </a:endParaRPr>
          </a:p>
          <a:p>
            <a:pPr algn="l"/>
            <a:r>
              <a:rPr lang="en-US" altLang="zh-CN" sz="900">
                <a:sym typeface="+mn-ea"/>
              </a:rPr>
              <a:t>2</a:t>
            </a:r>
            <a:r>
              <a:rPr lang="zh-CN" altLang="en-US" sz="900">
                <a:sym typeface="+mn-ea"/>
              </a:rPr>
              <a:t>、</a:t>
            </a:r>
            <a:r>
              <a:rPr lang="en-US" altLang="zh-CN" sz="900">
                <a:sym typeface="+mn-ea"/>
              </a:rPr>
              <a:t>console</a:t>
            </a:r>
            <a:r>
              <a:rPr lang="zh-CN" altLang="en-US" sz="900">
                <a:sym typeface="+mn-ea"/>
              </a:rPr>
              <a:t>界面上显示</a:t>
            </a:r>
            <a:r>
              <a:rPr lang="zh-CN" altLang="en-US" sz="900">
                <a:sym typeface="+mn-ea"/>
              </a:rPr>
              <a:t>上盘发给PLC的穴位对应的OK/NG</a:t>
            </a:r>
            <a:endParaRPr lang="zh-CN" altLang="en-US" sz="900">
              <a:sym typeface="+mn-ea"/>
            </a:endParaRPr>
          </a:p>
        </p:txBody>
      </p:sp>
      <p:sp>
        <p:nvSpPr>
          <p:cNvPr id="19" name="流程图: 可选过程 18"/>
          <p:cNvSpPr/>
          <p:nvPr/>
        </p:nvSpPr>
        <p:spPr>
          <a:xfrm>
            <a:off x="4607560" y="2019935"/>
            <a:ext cx="1344295" cy="863600"/>
          </a:xfrm>
          <a:prstGeom prst="flowChartAlternateProcess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900">
                <a:sym typeface="+mn-ea"/>
              </a:rPr>
              <a:t>3</a:t>
            </a:r>
            <a:r>
              <a:rPr lang="zh-CN" altLang="en-US" sz="900">
                <a:sym typeface="+mn-ea"/>
              </a:rPr>
              <a:t>、回写</a:t>
            </a:r>
            <a:r>
              <a:rPr lang="en-US" altLang="zh-CN" sz="900">
                <a:sym typeface="+mn-ea"/>
              </a:rPr>
              <a:t>PLC </a:t>
            </a:r>
            <a:r>
              <a:rPr lang="zh-CN" altLang="en-US" sz="900">
                <a:sym typeface="+mn-ea"/>
              </a:rPr>
              <a:t>地址</a:t>
            </a:r>
            <a:r>
              <a:rPr lang="en-US" altLang="zh-CN" sz="900">
                <a:sym typeface="+mn-ea"/>
              </a:rPr>
              <a:t>2</a:t>
            </a:r>
            <a:r>
              <a:rPr lang="zh-CN" altLang="en-US" sz="900">
                <a:sym typeface="+mn-ea"/>
              </a:rPr>
              <a:t>：</a:t>
            </a:r>
            <a:endParaRPr lang="en-US" altLang="zh-CN" sz="900">
              <a:sym typeface="+mn-ea"/>
            </a:endParaRPr>
          </a:p>
          <a:p>
            <a:pPr algn="ctr"/>
            <a:r>
              <a:rPr lang="zh-CN" altLang="en-US" sz="900">
                <a:sym typeface="+mn-ea"/>
              </a:rPr>
              <a:t>反馈地址</a:t>
            </a:r>
            <a:r>
              <a:rPr lang="en-US" altLang="zh-CN" sz="900">
                <a:sym typeface="+mn-ea"/>
              </a:rPr>
              <a:t>1</a:t>
            </a:r>
            <a:endParaRPr lang="zh-CN" altLang="en-US" sz="900">
              <a:sym typeface="+mn-ea"/>
            </a:endParaRPr>
          </a:p>
        </p:txBody>
      </p:sp>
      <p:cxnSp>
        <p:nvCxnSpPr>
          <p:cNvPr id="20" name="直接箭头连接符 19"/>
          <p:cNvCxnSpPr/>
          <p:nvPr/>
        </p:nvCxnSpPr>
        <p:spPr>
          <a:xfrm>
            <a:off x="4180840" y="2480310"/>
            <a:ext cx="40513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4" name="流程图: 决策 23"/>
          <p:cNvSpPr/>
          <p:nvPr/>
        </p:nvSpPr>
        <p:spPr>
          <a:xfrm>
            <a:off x="8506460" y="2077720"/>
            <a:ext cx="1520825" cy="805815"/>
          </a:xfrm>
          <a:prstGeom prst="flowChartDecision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900"/>
              <a:t>穴位是否</a:t>
            </a:r>
            <a:r>
              <a:rPr lang="zh-CN" altLang="en-US" sz="900"/>
              <a:t>填满</a:t>
            </a:r>
            <a:endParaRPr lang="zh-CN" altLang="en-US" sz="900"/>
          </a:p>
        </p:txBody>
      </p:sp>
      <p:cxnSp>
        <p:nvCxnSpPr>
          <p:cNvPr id="25" name="直接箭头连接符 24"/>
          <p:cNvCxnSpPr/>
          <p:nvPr/>
        </p:nvCxnSpPr>
        <p:spPr>
          <a:xfrm>
            <a:off x="7976235" y="2480310"/>
            <a:ext cx="53022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肘形连接符 25"/>
          <p:cNvCxnSpPr>
            <a:stCxn id="24" idx="2"/>
            <a:endCxn id="9" idx="2"/>
          </p:cNvCxnSpPr>
          <p:nvPr/>
        </p:nvCxnSpPr>
        <p:spPr>
          <a:xfrm rot="5400000" flipH="1">
            <a:off x="5479733" y="-903922"/>
            <a:ext cx="26035" cy="7548880"/>
          </a:xfrm>
          <a:prstGeom prst="bentConnector3">
            <a:avLst>
              <a:gd name="adj1" fmla="val -2670731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/>
        </p:nvSpPr>
        <p:spPr>
          <a:xfrm flipH="1">
            <a:off x="8862060" y="3049270"/>
            <a:ext cx="405130" cy="3683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900"/>
              <a:t>N</a:t>
            </a:r>
            <a:endParaRPr lang="en-US" altLang="zh-CN" sz="900"/>
          </a:p>
        </p:txBody>
      </p:sp>
      <p:sp>
        <p:nvSpPr>
          <p:cNvPr id="28" name="流程图: 可选过程 27"/>
          <p:cNvSpPr/>
          <p:nvPr/>
        </p:nvSpPr>
        <p:spPr>
          <a:xfrm>
            <a:off x="10615295" y="2019935"/>
            <a:ext cx="1463675" cy="918845"/>
          </a:xfrm>
          <a:prstGeom prst="flowChartAlternateProcess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900">
                <a:sym typeface="+mn-ea"/>
              </a:rPr>
              <a:t>5</a:t>
            </a:r>
            <a:r>
              <a:rPr lang="zh-CN" altLang="en-US" sz="900">
                <a:sym typeface="+mn-ea"/>
              </a:rPr>
              <a:t>、读取</a:t>
            </a:r>
            <a:r>
              <a:rPr lang="en-US" altLang="zh-CN" sz="900">
                <a:sym typeface="+mn-ea"/>
              </a:rPr>
              <a:t>PLC</a:t>
            </a:r>
            <a:r>
              <a:rPr lang="zh-CN" altLang="en-US" sz="900">
                <a:sym typeface="+mn-ea"/>
              </a:rPr>
              <a:t>地址</a:t>
            </a:r>
            <a:r>
              <a:rPr lang="en-US" altLang="zh-CN" sz="900">
                <a:sym typeface="+mn-ea"/>
              </a:rPr>
              <a:t>1</a:t>
            </a:r>
            <a:r>
              <a:rPr lang="zh-CN" altLang="en-US" sz="900">
                <a:sym typeface="+mn-ea"/>
              </a:rPr>
              <a:t>获得换盘信号（轮循）</a:t>
            </a:r>
            <a:endParaRPr lang="zh-CN" altLang="en-US" sz="900">
              <a:sym typeface="+mn-ea"/>
            </a:endParaRPr>
          </a:p>
        </p:txBody>
      </p:sp>
      <p:cxnSp>
        <p:nvCxnSpPr>
          <p:cNvPr id="29" name="直接箭头连接符 28"/>
          <p:cNvCxnSpPr/>
          <p:nvPr/>
        </p:nvCxnSpPr>
        <p:spPr>
          <a:xfrm>
            <a:off x="10061575" y="2480310"/>
            <a:ext cx="48323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0" name="文本框 29"/>
          <p:cNvSpPr txBox="1"/>
          <p:nvPr/>
        </p:nvSpPr>
        <p:spPr>
          <a:xfrm flipH="1">
            <a:off x="10078720" y="2206625"/>
            <a:ext cx="405765" cy="996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900"/>
              <a:t>Y</a:t>
            </a:r>
            <a:endParaRPr lang="en-US" altLang="zh-CN" sz="900"/>
          </a:p>
        </p:txBody>
      </p:sp>
      <p:sp>
        <p:nvSpPr>
          <p:cNvPr id="31" name="流程图: 可选过程 30"/>
          <p:cNvSpPr/>
          <p:nvPr/>
        </p:nvSpPr>
        <p:spPr>
          <a:xfrm>
            <a:off x="10615295" y="4917440"/>
            <a:ext cx="1463675" cy="918845"/>
          </a:xfrm>
          <a:prstGeom prst="flowChartAlternateProcess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900">
                <a:sym typeface="+mn-ea"/>
              </a:rPr>
              <a:t>6</a:t>
            </a:r>
            <a:r>
              <a:rPr lang="zh-CN" altLang="en-US" sz="900">
                <a:sym typeface="+mn-ea"/>
              </a:rPr>
              <a:t>、提交后台批量进行服务器条码</a:t>
            </a:r>
            <a:r>
              <a:rPr lang="zh-CN" altLang="en-US" sz="900">
                <a:sym typeface="+mn-ea"/>
              </a:rPr>
              <a:t>校验</a:t>
            </a:r>
            <a:endParaRPr lang="zh-CN" altLang="en-US" sz="900">
              <a:sym typeface="+mn-ea"/>
            </a:endParaRPr>
          </a:p>
        </p:txBody>
      </p:sp>
      <p:cxnSp>
        <p:nvCxnSpPr>
          <p:cNvPr id="32" name="直接箭头连接符 31"/>
          <p:cNvCxnSpPr/>
          <p:nvPr/>
        </p:nvCxnSpPr>
        <p:spPr>
          <a:xfrm>
            <a:off x="11347450" y="2938780"/>
            <a:ext cx="0" cy="4121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3" name="流程图: 可选过程 32"/>
          <p:cNvSpPr/>
          <p:nvPr/>
        </p:nvSpPr>
        <p:spPr>
          <a:xfrm>
            <a:off x="8526780" y="4917440"/>
            <a:ext cx="1463675" cy="918845"/>
          </a:xfrm>
          <a:prstGeom prst="flowChartAlternateProcess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900">
                <a:sym typeface="+mn-ea"/>
              </a:rPr>
              <a:t>7</a:t>
            </a:r>
            <a:r>
              <a:rPr lang="zh-CN" altLang="en-US" sz="900">
                <a:sym typeface="+mn-ea"/>
              </a:rPr>
              <a:t>、校验结果写入</a:t>
            </a:r>
            <a:r>
              <a:rPr lang="en-US" altLang="zh-CN" sz="900">
                <a:sym typeface="+mn-ea"/>
              </a:rPr>
              <a:t>PLC</a:t>
            </a:r>
            <a:r>
              <a:rPr lang="zh-CN" altLang="en-US" sz="900">
                <a:sym typeface="+mn-ea"/>
              </a:rPr>
              <a:t>地址</a:t>
            </a:r>
            <a:r>
              <a:rPr lang="en-US" altLang="zh-CN" sz="900">
                <a:sym typeface="+mn-ea"/>
              </a:rPr>
              <a:t>2</a:t>
            </a:r>
            <a:r>
              <a:rPr lang="zh-CN" altLang="en-US" sz="900">
                <a:sym typeface="+mn-ea"/>
              </a:rPr>
              <a:t>：</a:t>
            </a:r>
            <a:r>
              <a:rPr lang="en-US" altLang="zh-CN" sz="900">
                <a:sym typeface="+mn-ea"/>
              </a:rPr>
              <a:t>14</a:t>
            </a:r>
            <a:r>
              <a:rPr lang="zh-CN" altLang="en-US" sz="900">
                <a:sym typeface="+mn-ea"/>
              </a:rPr>
              <a:t>位</a:t>
            </a:r>
            <a:r>
              <a:rPr lang="zh-CN" altLang="en-US" sz="900">
                <a:sym typeface="+mn-ea"/>
              </a:rPr>
              <a:t>长度</a:t>
            </a:r>
            <a:endParaRPr lang="zh-CN" altLang="en-US" sz="900">
              <a:sym typeface="+mn-ea"/>
            </a:endParaRPr>
          </a:p>
        </p:txBody>
      </p:sp>
      <p:cxnSp>
        <p:nvCxnSpPr>
          <p:cNvPr id="34" name="直接箭头连接符 33"/>
          <p:cNvCxnSpPr/>
          <p:nvPr/>
        </p:nvCxnSpPr>
        <p:spPr>
          <a:xfrm flipH="1">
            <a:off x="10010775" y="5377180"/>
            <a:ext cx="5842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5" name="流程图: 可选过程 34"/>
          <p:cNvSpPr/>
          <p:nvPr/>
        </p:nvSpPr>
        <p:spPr>
          <a:xfrm>
            <a:off x="6056630" y="4917440"/>
            <a:ext cx="1710690" cy="918845"/>
          </a:xfrm>
          <a:prstGeom prst="flowChartAlternateProcess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900">
                <a:sym typeface="+mn-ea"/>
              </a:rPr>
              <a:t>8</a:t>
            </a:r>
            <a:r>
              <a:rPr lang="zh-CN" altLang="en-US" sz="900">
                <a:sym typeface="+mn-ea"/>
              </a:rPr>
              <a:t>、完成写入后再写入</a:t>
            </a:r>
            <a:r>
              <a:rPr lang="en-US" altLang="zh-CN" sz="900">
                <a:sym typeface="+mn-ea"/>
              </a:rPr>
              <a:t>PLC</a:t>
            </a:r>
            <a:r>
              <a:rPr lang="zh-CN" altLang="en-US" sz="900">
                <a:sym typeface="+mn-ea"/>
              </a:rPr>
              <a:t>地址</a:t>
            </a:r>
            <a:r>
              <a:rPr lang="en-US" altLang="zh-CN" sz="900">
                <a:sym typeface="+mn-ea"/>
              </a:rPr>
              <a:t>2</a:t>
            </a:r>
            <a:r>
              <a:rPr lang="zh-CN" altLang="en-US" sz="900">
                <a:sym typeface="+mn-ea"/>
              </a:rPr>
              <a:t>：最高</a:t>
            </a:r>
            <a:r>
              <a:rPr lang="zh-CN" altLang="en-US" sz="900">
                <a:sym typeface="+mn-ea"/>
              </a:rPr>
              <a:t>位</a:t>
            </a:r>
            <a:endParaRPr lang="zh-CN" altLang="en-US" sz="900">
              <a:sym typeface="+mn-ea"/>
            </a:endParaRPr>
          </a:p>
        </p:txBody>
      </p:sp>
      <p:cxnSp>
        <p:nvCxnSpPr>
          <p:cNvPr id="36" name="直接箭头连接符 35"/>
          <p:cNvCxnSpPr/>
          <p:nvPr/>
        </p:nvCxnSpPr>
        <p:spPr>
          <a:xfrm flipH="1">
            <a:off x="7787640" y="5391785"/>
            <a:ext cx="71882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8" name="流程图: 可选过程 37"/>
          <p:cNvSpPr/>
          <p:nvPr/>
        </p:nvSpPr>
        <p:spPr>
          <a:xfrm>
            <a:off x="1548765" y="441325"/>
            <a:ext cx="3917315" cy="1059180"/>
          </a:xfrm>
          <a:prstGeom prst="flowChartAlternateProcess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900">
                <a:sym typeface="+mn-ea"/>
              </a:rPr>
              <a:t>设置：</a:t>
            </a:r>
            <a:endParaRPr lang="zh-CN" altLang="en-US" sz="900">
              <a:sym typeface="+mn-ea"/>
            </a:endParaRPr>
          </a:p>
          <a:p>
            <a:pPr algn="l"/>
            <a:r>
              <a:rPr lang="en-US" altLang="zh-CN" sz="900">
                <a:sym typeface="+mn-ea"/>
              </a:rPr>
              <a:t>1</a:t>
            </a:r>
            <a:r>
              <a:rPr lang="zh-CN" altLang="en-US" sz="900">
                <a:sym typeface="+mn-ea"/>
              </a:rPr>
              <a:t>、</a:t>
            </a:r>
            <a:r>
              <a:rPr lang="en-US" altLang="zh-CN" sz="900">
                <a:sym typeface="+mn-ea"/>
              </a:rPr>
              <a:t>PLC</a:t>
            </a:r>
            <a:r>
              <a:rPr lang="zh-CN" altLang="en-US" sz="900">
                <a:sym typeface="+mn-ea"/>
              </a:rPr>
              <a:t>地址</a:t>
            </a:r>
            <a:r>
              <a:rPr lang="en-US" altLang="zh-CN" sz="900">
                <a:sym typeface="+mn-ea"/>
              </a:rPr>
              <a:t>1&amp;</a:t>
            </a:r>
            <a:r>
              <a:rPr lang="zh-CN" altLang="en-US" sz="900">
                <a:sym typeface="+mn-ea"/>
              </a:rPr>
              <a:t>地址</a:t>
            </a:r>
            <a:r>
              <a:rPr lang="en-US" altLang="zh-CN" sz="900">
                <a:sym typeface="+mn-ea"/>
              </a:rPr>
              <a:t>2</a:t>
            </a:r>
            <a:endParaRPr lang="en-US" altLang="zh-CN" sz="900">
              <a:sym typeface="+mn-ea"/>
            </a:endParaRPr>
          </a:p>
          <a:p>
            <a:pPr algn="l"/>
            <a:r>
              <a:rPr lang="en-US" altLang="zh-CN" sz="900">
                <a:sym typeface="+mn-ea"/>
              </a:rPr>
              <a:t>2</a:t>
            </a:r>
            <a:r>
              <a:rPr lang="zh-CN" altLang="en-US" sz="900">
                <a:sym typeface="+mn-ea"/>
              </a:rPr>
              <a:t>、账号（统一体系）</a:t>
            </a:r>
            <a:endParaRPr lang="zh-CN" altLang="en-US" sz="900">
              <a:sym typeface="+mn-ea"/>
            </a:endParaRPr>
          </a:p>
          <a:p>
            <a:pPr algn="l"/>
            <a:r>
              <a:rPr lang="en-US" altLang="zh-CN" sz="900">
                <a:sym typeface="+mn-ea"/>
              </a:rPr>
              <a:t>3</a:t>
            </a:r>
            <a:r>
              <a:rPr lang="zh-CN" altLang="en-US" sz="900">
                <a:sym typeface="+mn-ea"/>
              </a:rPr>
              <a:t>、</a:t>
            </a:r>
            <a:r>
              <a:rPr lang="zh-CN" altLang="en-US" sz="900">
                <a:sym typeface="+mn-ea"/>
              </a:rPr>
              <a:t>载具穴数如：</a:t>
            </a:r>
            <a:r>
              <a:rPr lang="en-US" altLang="zh-CN" sz="900">
                <a:sym typeface="+mn-ea"/>
              </a:rPr>
              <a:t>8</a:t>
            </a:r>
            <a:r>
              <a:rPr lang="zh-CN" altLang="en-US" sz="900">
                <a:sym typeface="+mn-ea"/>
              </a:rPr>
              <a:t>（穴）</a:t>
            </a:r>
            <a:endParaRPr lang="zh-CN" altLang="en-US" sz="900">
              <a:sym typeface="+mn-ea"/>
            </a:endParaRPr>
          </a:p>
          <a:p>
            <a:pPr algn="l"/>
            <a:r>
              <a:rPr lang="en-US" altLang="zh-CN" sz="900">
                <a:sym typeface="+mn-ea"/>
              </a:rPr>
              <a:t>4</a:t>
            </a:r>
            <a:r>
              <a:rPr lang="zh-CN" altLang="en-US" sz="900">
                <a:sym typeface="+mn-ea"/>
              </a:rPr>
              <a:t>、延迟时间，如</a:t>
            </a:r>
            <a:r>
              <a:rPr lang="en-US" altLang="zh-CN" sz="900">
                <a:sym typeface="+mn-ea"/>
              </a:rPr>
              <a:t>0.01 s</a:t>
            </a:r>
            <a:r>
              <a:rPr lang="zh-CN" altLang="en-US" sz="900">
                <a:sym typeface="+mn-ea"/>
              </a:rPr>
              <a:t>两位小数</a:t>
            </a:r>
            <a:r>
              <a:rPr lang="zh-CN" altLang="en-US" sz="900">
                <a:sym typeface="+mn-ea"/>
              </a:rPr>
              <a:t>精度</a:t>
            </a:r>
            <a:endParaRPr lang="zh-CN" altLang="en-US" sz="900">
              <a:sym typeface="+mn-ea"/>
            </a:endParaRPr>
          </a:p>
        </p:txBody>
      </p:sp>
      <p:sp>
        <p:nvSpPr>
          <p:cNvPr id="39" name="流程图: 联系 38"/>
          <p:cNvSpPr/>
          <p:nvPr/>
        </p:nvSpPr>
        <p:spPr>
          <a:xfrm>
            <a:off x="266065" y="5026025"/>
            <a:ext cx="718185" cy="719455"/>
          </a:xfrm>
          <a:prstGeom prst="flowChartConnector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900"/>
              <a:t>结束</a:t>
            </a:r>
            <a:endParaRPr lang="zh-CN" altLang="en-US" sz="900"/>
          </a:p>
        </p:txBody>
      </p:sp>
      <p:cxnSp>
        <p:nvCxnSpPr>
          <p:cNvPr id="40" name="直接箭头连接符 39"/>
          <p:cNvCxnSpPr/>
          <p:nvPr/>
        </p:nvCxnSpPr>
        <p:spPr>
          <a:xfrm flipH="1">
            <a:off x="5452110" y="5380355"/>
            <a:ext cx="58039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2" name="文本框 41"/>
          <p:cNvSpPr txBox="1"/>
          <p:nvPr/>
        </p:nvSpPr>
        <p:spPr>
          <a:xfrm>
            <a:off x="2527935" y="3049270"/>
            <a:ext cx="14630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900">
                <a:solidFill>
                  <a:srgbClr val="FF0000"/>
                </a:solidFill>
              </a:rPr>
              <a:t>1</a:t>
            </a:r>
            <a:r>
              <a:rPr lang="zh-CN" altLang="en-US" sz="900">
                <a:solidFill>
                  <a:srgbClr val="FF0000"/>
                </a:solidFill>
              </a:rPr>
              <a:t>、低</a:t>
            </a:r>
            <a:r>
              <a:rPr lang="en-US" altLang="zh-CN" sz="900">
                <a:solidFill>
                  <a:srgbClr val="FF0000"/>
                </a:solidFill>
              </a:rPr>
              <a:t>8</a:t>
            </a:r>
            <a:r>
              <a:rPr lang="zh-CN" altLang="en-US" sz="900">
                <a:solidFill>
                  <a:srgbClr val="FF0000"/>
                </a:solidFill>
              </a:rPr>
              <a:t>位代表穴号；</a:t>
            </a:r>
            <a:endParaRPr lang="zh-CN" altLang="en-US" sz="900">
              <a:solidFill>
                <a:srgbClr val="FF0000"/>
              </a:solidFill>
            </a:endParaRPr>
          </a:p>
          <a:p>
            <a:r>
              <a:rPr lang="en-US" altLang="zh-CN" sz="900">
                <a:solidFill>
                  <a:srgbClr val="FF0000"/>
                </a:solidFill>
              </a:rPr>
              <a:t>2</a:t>
            </a:r>
            <a:r>
              <a:rPr lang="zh-CN" altLang="en-US" sz="900">
                <a:solidFill>
                  <a:srgbClr val="FF0000"/>
                </a:solidFill>
              </a:rPr>
              <a:t>、中</a:t>
            </a:r>
            <a:r>
              <a:rPr lang="en-US" altLang="zh-CN" sz="900">
                <a:solidFill>
                  <a:srgbClr val="FF0000"/>
                </a:solidFill>
              </a:rPr>
              <a:t>4</a:t>
            </a:r>
            <a:r>
              <a:rPr lang="zh-CN" altLang="en-US" sz="900">
                <a:solidFill>
                  <a:srgbClr val="FF0000"/>
                </a:solidFill>
              </a:rPr>
              <a:t>位代表</a:t>
            </a:r>
            <a:r>
              <a:rPr lang="en-US" altLang="zh-CN" sz="900">
                <a:solidFill>
                  <a:srgbClr val="FF0000"/>
                </a:solidFill>
              </a:rPr>
              <a:t>CCD</a:t>
            </a:r>
            <a:r>
              <a:rPr lang="zh-CN" altLang="en-US" sz="900">
                <a:solidFill>
                  <a:srgbClr val="FF0000"/>
                </a:solidFill>
              </a:rPr>
              <a:t>状态；</a:t>
            </a:r>
            <a:endParaRPr lang="zh-CN" altLang="en-US" sz="900">
              <a:solidFill>
                <a:srgbClr val="FF0000"/>
              </a:solidFill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4467225" y="3138805"/>
            <a:ext cx="146304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>
                <a:solidFill>
                  <a:srgbClr val="FF0000"/>
                </a:solidFill>
              </a:rPr>
              <a:t>次高位（第</a:t>
            </a:r>
            <a:r>
              <a:rPr lang="en-US" altLang="zh-CN" sz="900">
                <a:solidFill>
                  <a:srgbClr val="FF0000"/>
                </a:solidFill>
              </a:rPr>
              <a:t>15</a:t>
            </a:r>
            <a:r>
              <a:rPr lang="zh-CN" altLang="en-US" sz="900">
                <a:solidFill>
                  <a:srgbClr val="FF0000"/>
                </a:solidFill>
              </a:rPr>
              <a:t>位）写入</a:t>
            </a:r>
            <a:r>
              <a:rPr lang="en-US" altLang="zh-CN" sz="900">
                <a:solidFill>
                  <a:srgbClr val="FF0000"/>
                </a:solidFill>
              </a:rPr>
              <a:t>1</a:t>
            </a:r>
            <a:r>
              <a:rPr lang="zh-CN" altLang="en-US" sz="900">
                <a:solidFill>
                  <a:srgbClr val="FF0000"/>
                </a:solidFill>
              </a:rPr>
              <a:t>；</a:t>
            </a:r>
            <a:endParaRPr lang="zh-CN" altLang="en-US" sz="900">
              <a:solidFill>
                <a:srgbClr val="FF0000"/>
              </a:solidFill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10527665" y="1303020"/>
            <a:ext cx="1551305" cy="5073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900">
                <a:solidFill>
                  <a:srgbClr val="FF0000"/>
                </a:solidFill>
              </a:rPr>
              <a:t>高</a:t>
            </a:r>
            <a:r>
              <a:rPr lang="en-US" altLang="zh-CN" sz="900">
                <a:solidFill>
                  <a:srgbClr val="FF0000"/>
                </a:solidFill>
              </a:rPr>
              <a:t>4</a:t>
            </a:r>
            <a:r>
              <a:rPr lang="zh-CN" altLang="en-US" sz="900">
                <a:solidFill>
                  <a:srgbClr val="FF0000"/>
                </a:solidFill>
              </a:rPr>
              <a:t>位代表换盘信号：</a:t>
            </a:r>
            <a:r>
              <a:rPr lang="en-US" altLang="zh-CN" sz="900">
                <a:solidFill>
                  <a:srgbClr val="FF0000"/>
                </a:solidFill>
              </a:rPr>
              <a:t>f</a:t>
            </a:r>
            <a:r>
              <a:rPr lang="zh-CN" altLang="en-US" sz="900">
                <a:solidFill>
                  <a:srgbClr val="FF0000"/>
                </a:solidFill>
              </a:rPr>
              <a:t>（</a:t>
            </a:r>
            <a:r>
              <a:rPr lang="en-US" altLang="zh-CN" sz="900">
                <a:solidFill>
                  <a:srgbClr val="FF0000"/>
                </a:solidFill>
              </a:rPr>
              <a:t>1111</a:t>
            </a:r>
            <a:r>
              <a:rPr lang="zh-CN" altLang="en-US" sz="900">
                <a:solidFill>
                  <a:srgbClr val="FF0000"/>
                </a:solidFill>
              </a:rPr>
              <a:t>）代表换盘；</a:t>
            </a:r>
            <a:r>
              <a:rPr lang="en-US" altLang="zh-CN" sz="900">
                <a:solidFill>
                  <a:srgbClr val="FF0000"/>
                </a:solidFill>
              </a:rPr>
              <a:t>0000</a:t>
            </a:r>
            <a:r>
              <a:rPr lang="zh-CN" altLang="en-US" sz="900">
                <a:solidFill>
                  <a:srgbClr val="FF0000"/>
                </a:solidFill>
              </a:rPr>
              <a:t>代表不</a:t>
            </a:r>
            <a:r>
              <a:rPr lang="zh-CN" altLang="en-US" sz="900">
                <a:solidFill>
                  <a:srgbClr val="FF0000"/>
                </a:solidFill>
              </a:rPr>
              <a:t>换盘</a:t>
            </a:r>
            <a:endParaRPr lang="zh-CN" altLang="en-US" sz="900">
              <a:solidFill>
                <a:srgbClr val="FF0000"/>
              </a:solidFill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8173085" y="6024880"/>
            <a:ext cx="2565400" cy="6007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900">
                <a:solidFill>
                  <a:srgbClr val="FF0000"/>
                </a:solidFill>
              </a:rPr>
              <a:t>低</a:t>
            </a:r>
            <a:r>
              <a:rPr lang="en-US" altLang="zh-CN" sz="900">
                <a:solidFill>
                  <a:srgbClr val="FF0000"/>
                </a:solidFill>
              </a:rPr>
              <a:t>14</a:t>
            </a:r>
            <a:r>
              <a:rPr lang="zh-CN" altLang="en-US" sz="900">
                <a:solidFill>
                  <a:srgbClr val="FF0000"/>
                </a:solidFill>
              </a:rPr>
              <a:t>位写入，</a:t>
            </a:r>
            <a:r>
              <a:rPr lang="en-US" altLang="zh-CN" sz="900">
                <a:solidFill>
                  <a:srgbClr val="FF0000"/>
                </a:solidFill>
              </a:rPr>
              <a:t>0</a:t>
            </a:r>
            <a:r>
              <a:rPr lang="zh-CN" altLang="en-US" sz="900">
                <a:solidFill>
                  <a:srgbClr val="FF0000"/>
                </a:solidFill>
              </a:rPr>
              <a:t>位代表</a:t>
            </a:r>
            <a:r>
              <a:rPr lang="en-US" altLang="zh-CN" sz="900">
                <a:solidFill>
                  <a:srgbClr val="FF0000"/>
                </a:solidFill>
              </a:rPr>
              <a:t>1</a:t>
            </a:r>
            <a:r>
              <a:rPr lang="zh-CN" altLang="en-US" sz="900">
                <a:solidFill>
                  <a:srgbClr val="FF0000"/>
                </a:solidFill>
              </a:rPr>
              <a:t>穴，</a:t>
            </a:r>
            <a:r>
              <a:rPr lang="en-US" altLang="zh-CN" sz="900">
                <a:solidFill>
                  <a:srgbClr val="FF0000"/>
                </a:solidFill>
              </a:rPr>
              <a:t>1</a:t>
            </a:r>
            <a:r>
              <a:rPr lang="zh-CN" altLang="en-US" sz="900">
                <a:solidFill>
                  <a:srgbClr val="FF0000"/>
                </a:solidFill>
              </a:rPr>
              <a:t>位代表</a:t>
            </a:r>
            <a:r>
              <a:rPr lang="en-US" altLang="zh-CN" sz="900">
                <a:solidFill>
                  <a:srgbClr val="FF0000"/>
                </a:solidFill>
              </a:rPr>
              <a:t>2</a:t>
            </a:r>
            <a:r>
              <a:rPr lang="zh-CN" altLang="en-US" sz="900">
                <a:solidFill>
                  <a:srgbClr val="FF0000"/>
                </a:solidFill>
              </a:rPr>
              <a:t>穴。。。</a:t>
            </a:r>
            <a:r>
              <a:rPr lang="en-US" altLang="zh-CN" sz="900">
                <a:solidFill>
                  <a:srgbClr val="FF0000"/>
                </a:solidFill>
              </a:rPr>
              <a:t>7</a:t>
            </a:r>
            <a:r>
              <a:rPr lang="zh-CN" altLang="en-US" sz="900">
                <a:solidFill>
                  <a:srgbClr val="FF0000"/>
                </a:solidFill>
              </a:rPr>
              <a:t>位代表</a:t>
            </a:r>
            <a:r>
              <a:rPr lang="en-US" altLang="zh-CN" sz="900">
                <a:solidFill>
                  <a:srgbClr val="FF0000"/>
                </a:solidFill>
              </a:rPr>
              <a:t>8</a:t>
            </a:r>
            <a:r>
              <a:rPr lang="zh-CN" altLang="en-US" sz="900">
                <a:solidFill>
                  <a:srgbClr val="FF0000"/>
                </a:solidFill>
              </a:rPr>
              <a:t>穴，对应的值写入</a:t>
            </a:r>
            <a:r>
              <a:rPr lang="en-US" altLang="zh-CN" sz="900">
                <a:solidFill>
                  <a:srgbClr val="FF0000"/>
                </a:solidFill>
              </a:rPr>
              <a:t>1</a:t>
            </a:r>
            <a:r>
              <a:rPr lang="zh-CN" altLang="en-US" sz="900">
                <a:solidFill>
                  <a:srgbClr val="FF0000"/>
                </a:solidFill>
              </a:rPr>
              <a:t>或</a:t>
            </a:r>
            <a:r>
              <a:rPr lang="en-US" altLang="zh-CN" sz="900">
                <a:solidFill>
                  <a:srgbClr val="FF0000"/>
                </a:solidFill>
              </a:rPr>
              <a:t>0</a:t>
            </a:r>
            <a:r>
              <a:rPr lang="zh-CN" altLang="en-US" sz="900">
                <a:solidFill>
                  <a:srgbClr val="FF0000"/>
                </a:solidFill>
              </a:rPr>
              <a:t>，</a:t>
            </a:r>
            <a:r>
              <a:rPr lang="en-US" altLang="zh-CN" sz="900">
                <a:solidFill>
                  <a:srgbClr val="FF0000"/>
                </a:solidFill>
              </a:rPr>
              <a:t>1</a:t>
            </a:r>
            <a:r>
              <a:rPr lang="zh-CN" altLang="en-US" sz="900">
                <a:solidFill>
                  <a:srgbClr val="FF0000"/>
                </a:solidFill>
              </a:rPr>
              <a:t>代表</a:t>
            </a:r>
            <a:r>
              <a:rPr lang="en-US" altLang="zh-CN" sz="900">
                <a:solidFill>
                  <a:srgbClr val="FF0000"/>
                </a:solidFill>
              </a:rPr>
              <a:t>ok</a:t>
            </a:r>
            <a:r>
              <a:rPr lang="zh-CN" altLang="en-US" sz="900">
                <a:solidFill>
                  <a:srgbClr val="FF0000"/>
                </a:solidFill>
              </a:rPr>
              <a:t>，</a:t>
            </a:r>
            <a:r>
              <a:rPr lang="en-US" altLang="zh-CN" sz="900">
                <a:solidFill>
                  <a:srgbClr val="FF0000"/>
                </a:solidFill>
              </a:rPr>
              <a:t>0</a:t>
            </a:r>
            <a:r>
              <a:rPr lang="zh-CN" altLang="en-US" sz="900">
                <a:solidFill>
                  <a:srgbClr val="FF0000"/>
                </a:solidFill>
              </a:rPr>
              <a:t>代表</a:t>
            </a:r>
            <a:r>
              <a:rPr lang="en-US" altLang="zh-CN" sz="900">
                <a:solidFill>
                  <a:srgbClr val="FF0000"/>
                </a:solidFill>
              </a:rPr>
              <a:t>ng </a:t>
            </a:r>
            <a:r>
              <a:rPr lang="zh-CN" altLang="en-US" sz="900">
                <a:solidFill>
                  <a:srgbClr val="FF0000"/>
                </a:solidFill>
              </a:rPr>
              <a:t>；注：</a:t>
            </a:r>
            <a:r>
              <a:rPr lang="en-US" altLang="zh-CN" sz="900">
                <a:solidFill>
                  <a:srgbClr val="FF0000"/>
                </a:solidFill>
              </a:rPr>
              <a:t>eror</a:t>
            </a:r>
            <a:r>
              <a:rPr lang="zh-CN" altLang="en-US" sz="900">
                <a:solidFill>
                  <a:srgbClr val="FF0000"/>
                </a:solidFill>
              </a:rPr>
              <a:t>码也需写入</a:t>
            </a:r>
            <a:r>
              <a:rPr lang="en-US" altLang="zh-CN" sz="900">
                <a:solidFill>
                  <a:srgbClr val="FF0000"/>
                </a:solidFill>
              </a:rPr>
              <a:t>ng</a:t>
            </a:r>
            <a:endParaRPr lang="en-US" altLang="zh-CN" sz="900">
              <a:solidFill>
                <a:srgbClr val="FF0000"/>
              </a:solidFill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6245860" y="5980430"/>
            <a:ext cx="1521460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>
                <a:solidFill>
                  <a:srgbClr val="FF0000"/>
                </a:solidFill>
              </a:rPr>
              <a:t>最高位（第</a:t>
            </a:r>
            <a:r>
              <a:rPr lang="en-US" altLang="zh-CN" sz="900">
                <a:solidFill>
                  <a:srgbClr val="FF0000"/>
                </a:solidFill>
              </a:rPr>
              <a:t>16</a:t>
            </a:r>
            <a:r>
              <a:rPr lang="zh-CN" altLang="en-US" sz="900">
                <a:solidFill>
                  <a:srgbClr val="FF0000"/>
                </a:solidFill>
              </a:rPr>
              <a:t>位）写入</a:t>
            </a:r>
            <a:r>
              <a:rPr lang="en-US" altLang="zh-CN" sz="900">
                <a:solidFill>
                  <a:srgbClr val="FF0000"/>
                </a:solidFill>
              </a:rPr>
              <a:t>1</a:t>
            </a:r>
            <a:r>
              <a:rPr lang="zh-CN" altLang="en-US" sz="900">
                <a:solidFill>
                  <a:srgbClr val="FF0000"/>
                </a:solidFill>
              </a:rPr>
              <a:t>表示全部写入</a:t>
            </a:r>
            <a:r>
              <a:rPr lang="zh-CN" altLang="en-US" sz="900">
                <a:solidFill>
                  <a:srgbClr val="FF0000"/>
                </a:solidFill>
              </a:rPr>
              <a:t>完成；</a:t>
            </a:r>
            <a:endParaRPr lang="zh-CN" altLang="en-US" sz="900">
              <a:solidFill>
                <a:srgbClr val="FF0000"/>
              </a:solidFill>
            </a:endParaRPr>
          </a:p>
          <a:p>
            <a:endParaRPr lang="zh-CN" altLang="en-US" sz="900">
              <a:solidFill>
                <a:srgbClr val="FF0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54940" y="149225"/>
            <a:ext cx="406400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 b="1"/>
              <a:t>集成流程：</a:t>
            </a:r>
            <a:endParaRPr lang="zh-CN" altLang="en-US" sz="900" b="1"/>
          </a:p>
        </p:txBody>
      </p:sp>
      <p:sp>
        <p:nvSpPr>
          <p:cNvPr id="4" name="流程图: 可选过程 3"/>
          <p:cNvSpPr/>
          <p:nvPr>
            <p:custDataLst>
              <p:tags r:id="rId1"/>
            </p:custDataLst>
          </p:nvPr>
        </p:nvSpPr>
        <p:spPr>
          <a:xfrm>
            <a:off x="1623695" y="4918710"/>
            <a:ext cx="1533525" cy="918845"/>
          </a:xfrm>
          <a:prstGeom prst="flowChartAlternateProcess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900">
                <a:sym typeface="+mn-ea"/>
              </a:rPr>
              <a:t>9</a:t>
            </a:r>
            <a:r>
              <a:rPr lang="zh-CN" altLang="en-US" sz="900">
                <a:sym typeface="+mn-ea"/>
              </a:rPr>
              <a:t>、完成写入后再写入</a:t>
            </a:r>
            <a:r>
              <a:rPr lang="en-US" altLang="zh-CN" sz="900">
                <a:sym typeface="+mn-ea"/>
              </a:rPr>
              <a:t>PLC</a:t>
            </a:r>
            <a:r>
              <a:rPr lang="zh-CN" altLang="en-US" sz="900">
                <a:sym typeface="+mn-ea"/>
              </a:rPr>
              <a:t>地址</a:t>
            </a:r>
            <a:r>
              <a:rPr lang="en-US" altLang="zh-CN" sz="900">
                <a:sym typeface="+mn-ea"/>
              </a:rPr>
              <a:t>2</a:t>
            </a:r>
            <a:r>
              <a:rPr lang="zh-CN" altLang="en-US" sz="900">
                <a:sym typeface="+mn-ea"/>
              </a:rPr>
              <a:t>：最高</a:t>
            </a:r>
            <a:r>
              <a:rPr lang="zh-CN" altLang="en-US" sz="900">
                <a:sym typeface="+mn-ea"/>
              </a:rPr>
              <a:t>位</a:t>
            </a:r>
            <a:endParaRPr lang="zh-CN" altLang="en-US" sz="900">
              <a:sym typeface="+mn-ea"/>
            </a:endParaRPr>
          </a:p>
        </p:txBody>
      </p:sp>
      <p:sp>
        <p:nvSpPr>
          <p:cNvPr id="5" name="流程图: 决策 4"/>
          <p:cNvSpPr/>
          <p:nvPr>
            <p:custDataLst>
              <p:tags r:id="rId2"/>
            </p:custDataLst>
          </p:nvPr>
        </p:nvSpPr>
        <p:spPr>
          <a:xfrm>
            <a:off x="3756660" y="4918075"/>
            <a:ext cx="1710055" cy="919480"/>
          </a:xfrm>
          <a:prstGeom prst="flowChartDecision">
            <a:avLst/>
          </a:prstGeom>
          <a:solidFill>
            <a:srgbClr val="CC33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900"/>
              <a:t>换盘信号是否为</a:t>
            </a:r>
            <a:r>
              <a:rPr lang="en-US" altLang="zh-CN" sz="900"/>
              <a:t>0</a:t>
            </a:r>
            <a:endParaRPr lang="en-US" altLang="zh-CN" sz="900"/>
          </a:p>
        </p:txBody>
      </p:sp>
      <p:cxnSp>
        <p:nvCxnSpPr>
          <p:cNvPr id="7" name="直接箭头连接符 6"/>
          <p:cNvCxnSpPr/>
          <p:nvPr/>
        </p:nvCxnSpPr>
        <p:spPr>
          <a:xfrm flipH="1">
            <a:off x="3166745" y="5377815"/>
            <a:ext cx="58039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3475355" y="5146675"/>
            <a:ext cx="27178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900"/>
              <a:t>Y</a:t>
            </a:r>
            <a:endParaRPr lang="en-US" altLang="zh-CN" sz="900"/>
          </a:p>
        </p:txBody>
      </p:sp>
      <p:sp>
        <p:nvSpPr>
          <p:cNvPr id="13" name="文本框 12"/>
          <p:cNvSpPr txBox="1"/>
          <p:nvPr>
            <p:custDataLst>
              <p:tags r:id="rId3"/>
            </p:custDataLst>
          </p:nvPr>
        </p:nvSpPr>
        <p:spPr>
          <a:xfrm>
            <a:off x="1478280" y="5980430"/>
            <a:ext cx="171005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>
                <a:solidFill>
                  <a:srgbClr val="FF0000"/>
                </a:solidFill>
              </a:rPr>
              <a:t>最高位（第</a:t>
            </a:r>
            <a:r>
              <a:rPr lang="en-US" altLang="zh-CN" sz="900">
                <a:solidFill>
                  <a:srgbClr val="FF0000"/>
                </a:solidFill>
              </a:rPr>
              <a:t>16</a:t>
            </a:r>
            <a:r>
              <a:rPr lang="zh-CN" altLang="en-US" sz="900">
                <a:solidFill>
                  <a:srgbClr val="FF0000"/>
                </a:solidFill>
              </a:rPr>
              <a:t>位）写入</a:t>
            </a:r>
            <a:r>
              <a:rPr lang="en-US" altLang="zh-CN" sz="900">
                <a:solidFill>
                  <a:srgbClr val="FF0000"/>
                </a:solidFill>
              </a:rPr>
              <a:t>0</a:t>
            </a:r>
            <a:r>
              <a:rPr lang="zh-CN" altLang="en-US" sz="900">
                <a:solidFill>
                  <a:srgbClr val="FF0000"/>
                </a:solidFill>
              </a:rPr>
              <a:t>表示全部写入</a:t>
            </a:r>
            <a:r>
              <a:rPr lang="zh-CN" altLang="en-US" sz="900">
                <a:solidFill>
                  <a:srgbClr val="FF0000"/>
                </a:solidFill>
              </a:rPr>
              <a:t>完成；</a:t>
            </a:r>
            <a:endParaRPr lang="zh-CN" altLang="en-US" sz="900">
              <a:solidFill>
                <a:srgbClr val="FF0000"/>
              </a:solidFill>
            </a:endParaRPr>
          </a:p>
          <a:p>
            <a:endParaRPr lang="zh-CN" altLang="en-US" sz="900">
              <a:solidFill>
                <a:srgbClr val="FF0000"/>
              </a:solidFill>
            </a:endParaRPr>
          </a:p>
        </p:txBody>
      </p:sp>
      <p:cxnSp>
        <p:nvCxnSpPr>
          <p:cNvPr id="16" name="直接箭头连接符 15"/>
          <p:cNvCxnSpPr/>
          <p:nvPr/>
        </p:nvCxnSpPr>
        <p:spPr>
          <a:xfrm flipH="1">
            <a:off x="1010285" y="5391785"/>
            <a:ext cx="58039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1" name="流程图: 决策 20"/>
          <p:cNvSpPr/>
          <p:nvPr>
            <p:custDataLst>
              <p:tags r:id="rId4"/>
            </p:custDataLst>
          </p:nvPr>
        </p:nvSpPr>
        <p:spPr>
          <a:xfrm>
            <a:off x="10693400" y="3368675"/>
            <a:ext cx="1343660" cy="719455"/>
          </a:xfrm>
          <a:prstGeom prst="flowChartDecision">
            <a:avLst/>
          </a:prstGeom>
          <a:solidFill>
            <a:srgbClr val="CC33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900"/>
              <a:t>换盘信号是否为</a:t>
            </a:r>
            <a:r>
              <a:rPr lang="en-US" altLang="zh-CN" sz="900"/>
              <a:t>f</a:t>
            </a:r>
            <a:endParaRPr lang="en-US" altLang="zh-CN" sz="900"/>
          </a:p>
        </p:txBody>
      </p:sp>
      <p:cxnSp>
        <p:nvCxnSpPr>
          <p:cNvPr id="22" name="直接箭头连接符 21"/>
          <p:cNvCxnSpPr/>
          <p:nvPr/>
        </p:nvCxnSpPr>
        <p:spPr>
          <a:xfrm>
            <a:off x="11361420" y="4105910"/>
            <a:ext cx="0" cy="6826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/>
        </p:nvSpPr>
        <p:spPr>
          <a:xfrm>
            <a:off x="11010900" y="4304665"/>
            <a:ext cx="584835" cy="3822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900"/>
              <a:t>Y</a:t>
            </a:r>
            <a:endParaRPr lang="en-US" altLang="zh-CN" sz="900"/>
          </a:p>
        </p:txBody>
      </p:sp>
      <p:sp>
        <p:nvSpPr>
          <p:cNvPr id="37" name="文本框 36"/>
          <p:cNvSpPr txBox="1"/>
          <p:nvPr/>
        </p:nvSpPr>
        <p:spPr>
          <a:xfrm>
            <a:off x="4218940" y="4686935"/>
            <a:ext cx="718820" cy="2305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900">
                <a:solidFill>
                  <a:srgbClr val="FF0000"/>
                </a:solidFill>
              </a:rPr>
              <a:t>循环等待</a:t>
            </a:r>
            <a:endParaRPr lang="zh-CN" altLang="en-US" sz="900">
              <a:solidFill>
                <a:srgbClr val="FF0000"/>
              </a:solidFill>
            </a:endParaRPr>
          </a:p>
        </p:txBody>
      </p:sp>
      <p:sp>
        <p:nvSpPr>
          <p:cNvPr id="41" name="文本框 40"/>
          <p:cNvSpPr txBox="1"/>
          <p:nvPr>
            <p:custDataLst>
              <p:tags r:id="rId5"/>
            </p:custDataLst>
          </p:nvPr>
        </p:nvSpPr>
        <p:spPr>
          <a:xfrm>
            <a:off x="9974580" y="3834765"/>
            <a:ext cx="718820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900">
                <a:solidFill>
                  <a:srgbClr val="FF0000"/>
                </a:solidFill>
              </a:rPr>
              <a:t>循环等待</a:t>
            </a:r>
            <a:endParaRPr lang="zh-CN" altLang="en-US" sz="900">
              <a:solidFill>
                <a:srgbClr val="FF0000"/>
              </a:solidFill>
            </a:endParaRPr>
          </a:p>
        </p:txBody>
      </p:sp>
      <p:sp>
        <p:nvSpPr>
          <p:cNvPr id="47" name="流程图: 可选过程 46"/>
          <p:cNvSpPr/>
          <p:nvPr/>
        </p:nvSpPr>
        <p:spPr>
          <a:xfrm>
            <a:off x="6631940" y="2020570"/>
            <a:ext cx="1344295" cy="862965"/>
          </a:xfrm>
          <a:prstGeom prst="flowChartAlternateProcess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900">
                <a:sym typeface="+mn-ea"/>
              </a:rPr>
              <a:t>4</a:t>
            </a:r>
            <a:r>
              <a:rPr lang="zh-CN" altLang="en-US" sz="900">
                <a:sym typeface="+mn-ea"/>
              </a:rPr>
              <a:t>、等待</a:t>
            </a:r>
            <a:r>
              <a:rPr lang="zh-CN" altLang="en-US" sz="900">
                <a:solidFill>
                  <a:srgbClr val="FF0000"/>
                </a:solidFill>
                <a:sym typeface="+mn-ea"/>
              </a:rPr>
              <a:t>延迟时间</a:t>
            </a:r>
            <a:endParaRPr lang="zh-CN" altLang="en-US" sz="900">
              <a:solidFill>
                <a:srgbClr val="FF0000"/>
              </a:solidFill>
              <a:sym typeface="+mn-ea"/>
            </a:endParaRPr>
          </a:p>
        </p:txBody>
      </p:sp>
      <p:cxnSp>
        <p:nvCxnSpPr>
          <p:cNvPr id="48" name="直接箭头连接符 47"/>
          <p:cNvCxnSpPr/>
          <p:nvPr/>
        </p:nvCxnSpPr>
        <p:spPr>
          <a:xfrm>
            <a:off x="6020435" y="2480310"/>
            <a:ext cx="61150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9" name="文本框 48"/>
          <p:cNvSpPr txBox="1"/>
          <p:nvPr/>
        </p:nvSpPr>
        <p:spPr>
          <a:xfrm>
            <a:off x="6513195" y="3138805"/>
            <a:ext cx="146304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>
                <a:solidFill>
                  <a:srgbClr val="FF0000"/>
                </a:solidFill>
              </a:rPr>
              <a:t>次高位（第</a:t>
            </a:r>
            <a:r>
              <a:rPr lang="en-US" altLang="zh-CN" sz="900">
                <a:solidFill>
                  <a:srgbClr val="FF0000"/>
                </a:solidFill>
              </a:rPr>
              <a:t>15</a:t>
            </a:r>
            <a:r>
              <a:rPr lang="zh-CN" altLang="en-US" sz="900">
                <a:solidFill>
                  <a:srgbClr val="FF0000"/>
                </a:solidFill>
              </a:rPr>
              <a:t>位）写入</a:t>
            </a:r>
            <a:r>
              <a:rPr lang="en-US" altLang="zh-CN" sz="900">
                <a:solidFill>
                  <a:srgbClr val="FF0000"/>
                </a:solidFill>
              </a:rPr>
              <a:t>0</a:t>
            </a:r>
            <a:r>
              <a:rPr lang="zh-CN" altLang="en-US" sz="900">
                <a:solidFill>
                  <a:srgbClr val="FF0000"/>
                </a:solidFill>
              </a:rPr>
              <a:t>；</a:t>
            </a:r>
            <a:endParaRPr lang="zh-CN" altLang="en-US" sz="900">
              <a:solidFill>
                <a:srgbClr val="FF0000"/>
              </a:solidFill>
            </a:endParaRPr>
          </a:p>
        </p:txBody>
      </p:sp>
      <p:cxnSp>
        <p:nvCxnSpPr>
          <p:cNvPr id="50" name="肘形连接符 49"/>
          <p:cNvCxnSpPr>
            <a:stCxn id="21" idx="1"/>
          </p:cNvCxnSpPr>
          <p:nvPr/>
        </p:nvCxnSpPr>
        <p:spPr>
          <a:xfrm rot="10800000" flipH="1">
            <a:off x="10693400" y="3110230"/>
            <a:ext cx="645160" cy="617855"/>
          </a:xfrm>
          <a:prstGeom prst="bentConnector3">
            <a:avLst>
              <a:gd name="adj1" fmla="val -62007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2" name="肘形连接符 51"/>
          <p:cNvCxnSpPr/>
          <p:nvPr/>
        </p:nvCxnSpPr>
        <p:spPr>
          <a:xfrm rot="5400000" flipH="1" flipV="1">
            <a:off x="4783455" y="5179060"/>
            <a:ext cx="459740" cy="854710"/>
          </a:xfrm>
          <a:prstGeom prst="bentConnector4">
            <a:avLst>
              <a:gd name="adj1" fmla="val -134668"/>
              <a:gd name="adj2" fmla="val 131946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4" name="文本框 53"/>
          <p:cNvSpPr txBox="1"/>
          <p:nvPr>
            <p:custDataLst>
              <p:tags r:id="rId6"/>
            </p:custDataLst>
          </p:nvPr>
        </p:nvSpPr>
        <p:spPr>
          <a:xfrm>
            <a:off x="4607560" y="5980430"/>
            <a:ext cx="405130" cy="2305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900"/>
              <a:t>N</a:t>
            </a:r>
            <a:endParaRPr lang="en-US" altLang="zh-CN" sz="900"/>
          </a:p>
        </p:txBody>
      </p:sp>
      <p:sp>
        <p:nvSpPr>
          <p:cNvPr id="56" name="文本框 55"/>
          <p:cNvSpPr txBox="1"/>
          <p:nvPr/>
        </p:nvSpPr>
        <p:spPr>
          <a:xfrm>
            <a:off x="10255885" y="3244850"/>
            <a:ext cx="482600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900"/>
              <a:t>N</a:t>
            </a:r>
            <a:endParaRPr lang="en-US" altLang="zh-CN" sz="9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37565" y="1771650"/>
            <a:ext cx="9786620" cy="2661920"/>
          </a:xfrm>
          <a:prstGeom prst="rect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</p:pic>
      <p:sp>
        <p:nvSpPr>
          <p:cNvPr id="5" name="文本框 4"/>
          <p:cNvSpPr txBox="1"/>
          <p:nvPr/>
        </p:nvSpPr>
        <p:spPr>
          <a:xfrm>
            <a:off x="428625" y="58864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寄存器规划：</a:t>
            </a:r>
            <a:endParaRPr lang="zh-CN" altLang="en-US"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7" name="图片 3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475865" y="383540"/>
            <a:ext cx="6802755" cy="609092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commondata" val="eyJoZGlkIjoiYzdjMGZhZjE5YmUwN2QwYzI3ZGFhZTMyZGFhNTYyNjQ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510</Words>
  <Application>WPS 演示</Application>
  <PresentationFormat>宽屏</PresentationFormat>
  <Paragraphs>77</Paragraphs>
  <Slides>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4" baseType="lpstr">
      <vt:lpstr>Arial</vt:lpstr>
      <vt:lpstr>宋体</vt:lpstr>
      <vt:lpstr>Wingdings</vt:lpstr>
      <vt:lpstr>汉仪书宋二KW</vt:lpstr>
      <vt:lpstr>Calibri</vt:lpstr>
      <vt:lpstr>Helvetica Neue</vt:lpstr>
      <vt:lpstr>微软雅黑</vt:lpstr>
      <vt:lpstr>汉仪旗黑</vt:lpstr>
      <vt:lpstr>宋体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徐勇</cp:lastModifiedBy>
  <cp:revision>31</cp:revision>
  <dcterms:created xsi:type="dcterms:W3CDTF">2025-12-09T03:41:15Z</dcterms:created>
  <dcterms:modified xsi:type="dcterms:W3CDTF">2025-12-09T03:41:15Z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2052-6.10.1.8873</vt:lpwstr>
  </property>
  <property fmtid="{D5CDD505-2E9C-101B-9397-08002B2CF9AE}" pid="3" name="ICV">
    <vt:lpwstr>78F361C6FBA6D0940D8937692467C113_43</vt:lpwstr>
  </property>
</Properties>
</file>